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p="http://schemas.openxmlformats.org/presentationml/2006/main"/>
</file>

<file path=ppt/notesSlides/notes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Remind the team about the payroll cutoff</a:t>
            </a:r>
          </a:p>
        </p:txBody>
      </p:sp>
      <p:sp>
        <p:txBody>
          <a:p>
            <a:r>
              <a:t>1</a:t>
            </a:r>
          </a:p>
        </p:txBody>
      </p:sp>
    </p:spTree>
  </p:cSld>
</p:sld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Leave </a:t>
            </a:r>
            <a:r>
              <a:t>Request Policy</a:t>
            </a:r>
          </a:p>
        </p:txBody>
      </p:sp>
      <p:sp>
        <p:txBody>
          <a:p>
            <a:r>
              <a:t>Employees submit requests before the 20th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การลาพักร้อน</a:t>
            </a:r>
          </a:p>
        </p:txBody>
      </p:sp>
      <p:sp>
        <p:txBody>
          <a:p>
            <a:r>
              <a:t>Approval &amp; escalation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/>
  </p:cSld>
</p:sld>
</file>